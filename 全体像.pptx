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8B04A-0CFA-78A1-3033-1A5E58C47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FF74C1-6D5E-7117-82B5-40D848B4F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57D8E8-7DE3-B4EF-8DC5-E0F27059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1C1AE9-E890-B625-0132-053BF5F1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D4A241-AFC4-EEF6-AA19-EF1FCA9C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42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A2B3A-5A4B-83B1-229B-4486D109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5F658E-78AC-32D5-EF89-424DE3EB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1B9A1E-8361-E31E-ED6F-325A75886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E1E5A0-8B6F-A45C-E986-36C16AAB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AB779-DC25-DB0B-8C9A-823D0659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079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71B2A7-6073-5FBB-0BB3-0051F753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D1469B-3848-506F-BB5E-7361F7EE2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E0FA3B-511E-E78D-4EA7-AC9E0287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13E968-3F66-60F9-BFC3-972FF29E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CB96EE-7F7E-184D-5965-E477EEE0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21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3A2E8-E080-B022-3949-356C068A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604B42-17A6-E5E9-B76A-79978B86D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F21359-A7C4-C9B6-7AC0-2C8B4903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BFE9EA-6901-1383-59AF-A16CB6E5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2BC2F8-B0D8-5B20-CFCC-D95663B8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205D01-DE97-A8DE-414F-B869AAE3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6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8C6EA-28E7-AEA7-BDCC-B291F839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37FF83-CE2C-848D-90CD-A79F22C9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45ED69-35F7-E6AC-F83D-FAD066F8F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F33774A-639C-87BE-594B-2BA52F2A6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2CBE46-9323-572E-0338-96289B40F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1A2F511-EF7B-5AEB-9355-02133731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05D65D-74E4-8804-8F5B-0AC67277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D83C8C-99FD-5FAC-871D-7E788DC8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69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2C0EF-5DE6-32EF-5EF7-EA894CAA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FC25B9-585A-015F-CE79-BA4DEF3D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CBC55D-D9F3-2C36-CC41-CB0AC034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AAA7FA-B0B9-99EE-86E4-CEAFBDB1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31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9757EF-AE2A-1C95-FE8A-D4736709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F64A302-635A-650C-8BA0-BB183A1C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714E1C-9825-D674-66E5-12C98DCF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95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D5AA9-35E1-D4D5-7EA7-6FE61226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B70BB3-34ED-3CBA-C473-BFDECA0E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DED75A-F4EA-E88F-9DF6-D258DA6AE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54296C-F19E-B059-DDE8-CF226813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432491-1D96-ECD2-013B-65AD513A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2FA6E4-FD63-99C3-DF4E-9E8ABEA2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84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87DE7F-A475-D8DE-70D7-B0BB2834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C33451-6B65-22D1-2CEC-171F753B6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EABF92-7058-CB6A-1304-D0849AC3E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14985-93AD-3380-4798-10F42E58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112F98-2783-A4CF-0424-AF624C8E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3C8166-603D-D95F-7E26-884830B2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78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B2E54C-0E64-9988-541D-9778FC41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AC7F6A-1EE5-4EA3-E62B-96D857917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ACDD4B-9C81-B2A8-FF0F-ABC22AD3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FDEAC8-DF92-EE2A-B3C1-EEFDB53F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267E28-118B-5DE7-64C4-F4D51825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98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AAADB4A-C729-7EA8-3C8F-0831B0B10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3B56F6-13EE-73C2-D1E1-3FBFC479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43CC0E-47EE-4D39-8959-9AD779DD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8DDF9-7C66-DB2C-1C00-61A3B851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9455F4-9EFD-3386-D997-3561C868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6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8D15B0-9FE1-2653-3EF2-583A5BCE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DD2E4D-2F56-12CE-3883-4414D24C4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7B08B5-92D0-75F0-ADCE-EEABA4B9E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B2C2D-683B-49DA-8CC2-BC5062D27184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85B0A6-06AA-E0B8-0E6B-70995F0AB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9C608D-328D-379C-01AF-07763110B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A04FC-5FC8-402F-B55D-E565DF9CE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40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4A7262E-82EB-9BE8-09D8-BD133EFEE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88" y="1015084"/>
            <a:ext cx="1439839" cy="1439839"/>
          </a:xfrm>
          <a:prstGeom prst="rect">
            <a:avLst/>
          </a:prstGeom>
        </p:spPr>
      </p:pic>
      <p:pic>
        <p:nvPicPr>
          <p:cNvPr id="7" name="図 6" descr="文字の書かれた紙&#10;&#10;AI 生成コンテンツは誤りを含む可能性があります。">
            <a:extLst>
              <a:ext uri="{FF2B5EF4-FFF2-40B4-BE49-F238E27FC236}">
                <a16:creationId xmlns:a16="http://schemas.microsoft.com/office/drawing/2014/main" id="{90F4F2D3-FB9D-3E27-85D0-D45CAA35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12" y="612477"/>
            <a:ext cx="1549109" cy="2352603"/>
          </a:xfrm>
          <a:prstGeom prst="rect">
            <a:avLst/>
          </a:prstGeom>
        </p:spPr>
      </p:pic>
      <p:pic>
        <p:nvPicPr>
          <p:cNvPr id="9" name="図 8" descr="記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650EF24-4936-90B5-2314-5E0E3225D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8" y="1672771"/>
            <a:ext cx="1694195" cy="864039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0743C59-5A49-6B18-1739-A4BB375910BA}"/>
              </a:ext>
            </a:extLst>
          </p:cNvPr>
          <p:cNvCxnSpPr>
            <a:cxnSpLocks/>
          </p:cNvCxnSpPr>
          <p:nvPr/>
        </p:nvCxnSpPr>
        <p:spPr>
          <a:xfrm>
            <a:off x="2189287" y="1672771"/>
            <a:ext cx="989842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AD245BA-009A-1944-6EA0-D2EBB9D25072}"/>
              </a:ext>
            </a:extLst>
          </p:cNvPr>
          <p:cNvCxnSpPr>
            <a:cxnSpLocks/>
          </p:cNvCxnSpPr>
          <p:nvPr/>
        </p:nvCxnSpPr>
        <p:spPr>
          <a:xfrm>
            <a:off x="4571807" y="1672771"/>
            <a:ext cx="989842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図 14" descr="モニター, 座る, ブル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2763420-73EC-0232-55B3-19F285B43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808" y="3224472"/>
            <a:ext cx="1818634" cy="210064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59B04C8B-2FDB-A9C6-7F33-630B15A64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6" y="3224472"/>
            <a:ext cx="2083697" cy="2203450"/>
          </a:xfrm>
          <a:prstGeom prst="rect">
            <a:avLst/>
          </a:prstGeom>
        </p:spPr>
      </p:pic>
      <p:pic>
        <p:nvPicPr>
          <p:cNvPr id="23" name="図 22" descr="電子機器の部品&#10;&#10;AI 生成コンテンツは誤りを含む可能性があります。">
            <a:extLst>
              <a:ext uri="{FF2B5EF4-FFF2-40B4-BE49-F238E27FC236}">
                <a16:creationId xmlns:a16="http://schemas.microsoft.com/office/drawing/2014/main" id="{1FC6DD79-9A7B-669F-1ABE-105B580647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095" y="926703"/>
            <a:ext cx="1873952" cy="1616600"/>
          </a:xfrm>
          <a:prstGeom prst="rect">
            <a:avLst/>
          </a:prstGeom>
        </p:spPr>
      </p:pic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609A10B2-866D-059D-D9AC-F1252DEC1D16}"/>
              </a:ext>
            </a:extLst>
          </p:cNvPr>
          <p:cNvCxnSpPr>
            <a:cxnSpLocks/>
          </p:cNvCxnSpPr>
          <p:nvPr/>
        </p:nvCxnSpPr>
        <p:spPr>
          <a:xfrm>
            <a:off x="5113442" y="4274796"/>
            <a:ext cx="989842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図 18" descr="電子機器, 回路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B0BFA03-4029-0890-0177-711E0927BE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939" y="922829"/>
            <a:ext cx="2567791" cy="1697435"/>
          </a:xfrm>
          <a:prstGeom prst="rect">
            <a:avLst/>
          </a:prstGeom>
        </p:spPr>
      </p:pic>
      <p:pic>
        <p:nvPicPr>
          <p:cNvPr id="36" name="図 3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1192F0F-321C-2F84-B891-428802F1EA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577" y="1831100"/>
            <a:ext cx="889371" cy="879029"/>
          </a:xfrm>
          <a:prstGeom prst="rect">
            <a:avLst/>
          </a:prstGeom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E81A5DA1-5488-5E17-AAA0-273D9901576C}"/>
              </a:ext>
            </a:extLst>
          </p:cNvPr>
          <p:cNvCxnSpPr>
            <a:cxnSpLocks/>
          </p:cNvCxnSpPr>
          <p:nvPr/>
        </p:nvCxnSpPr>
        <p:spPr>
          <a:xfrm>
            <a:off x="8404667" y="1684382"/>
            <a:ext cx="989842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F46917A-0170-4090-2B5C-267522E84A43}"/>
              </a:ext>
            </a:extLst>
          </p:cNvPr>
          <p:cNvCxnSpPr>
            <a:cxnSpLocks/>
          </p:cNvCxnSpPr>
          <p:nvPr/>
        </p:nvCxnSpPr>
        <p:spPr>
          <a:xfrm flipH="1">
            <a:off x="4716780" y="2498371"/>
            <a:ext cx="5036820" cy="726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6740232-7995-8341-26CE-5A0760E55858}"/>
              </a:ext>
            </a:extLst>
          </p:cNvPr>
          <p:cNvSpPr/>
          <p:nvPr/>
        </p:nvSpPr>
        <p:spPr>
          <a:xfrm>
            <a:off x="138764" y="151046"/>
            <a:ext cx="3658018" cy="4086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絵の解説は</a:t>
            </a:r>
            <a:r>
              <a:rPr kumimoji="1" lang="en-US" altLang="ja-JP" dirty="0" err="1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Youtube</a:t>
            </a:r>
            <a:r>
              <a:rPr kumimoji="1" lang="ja-JP" altLang="en-US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の動画</a:t>
            </a:r>
            <a:r>
              <a:rPr lang="ja-JP" altLang="en-US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を見てね</a:t>
            </a:r>
            <a:endParaRPr kumimoji="1" lang="ja-JP" altLang="en-US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455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8BCA-5A81-4195-C679-77D7510A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46F6DB-4E37-04B1-9C5C-39C594DF1115}"/>
              </a:ext>
            </a:extLst>
          </p:cNvPr>
          <p:cNvSpPr/>
          <p:nvPr/>
        </p:nvSpPr>
        <p:spPr>
          <a:xfrm>
            <a:off x="4762500" y="965200"/>
            <a:ext cx="6430138" cy="4330700"/>
          </a:xfrm>
          <a:prstGeom prst="roundRect">
            <a:avLst>
              <a:gd name="adj" fmla="val 822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モニター, 座る, ブル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52971B4-3D82-F53A-FB7E-788A053D8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75" y="325256"/>
            <a:ext cx="1247140" cy="1440533"/>
          </a:xfrm>
          <a:prstGeom prst="rect">
            <a:avLst/>
          </a:prstGeom>
        </p:spPr>
      </p:pic>
      <p:pic>
        <p:nvPicPr>
          <p:cNvPr id="8" name="図 7" descr="座る, 記号, 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723E4E9-C808-6C45-0BF3-D6270992B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848" y="2003106"/>
            <a:ext cx="943156" cy="2806275"/>
          </a:xfrm>
          <a:prstGeom prst="rect">
            <a:avLst/>
          </a:prstGeom>
        </p:spPr>
      </p:pic>
      <p:pic>
        <p:nvPicPr>
          <p:cNvPr id="16" name="図 15" descr="座る, 作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D8B7E40-E81C-4841-3A8A-37FD8058D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93" y="2833731"/>
            <a:ext cx="1738522" cy="1738522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9308021-44F6-CA21-2EAC-31867FF4C41A}"/>
              </a:ext>
            </a:extLst>
          </p:cNvPr>
          <p:cNvCxnSpPr/>
          <p:nvPr/>
        </p:nvCxnSpPr>
        <p:spPr>
          <a:xfrm>
            <a:off x="6252474" y="4572506"/>
            <a:ext cx="3200400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B815547-7B0D-8C0B-0370-36E08F68348F}"/>
              </a:ext>
            </a:extLst>
          </p:cNvPr>
          <p:cNvCxnSpPr/>
          <p:nvPr/>
        </p:nvCxnSpPr>
        <p:spPr>
          <a:xfrm>
            <a:off x="6252474" y="3048506"/>
            <a:ext cx="32004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図 11" descr="文字が書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D6DE5902-1367-FFBD-7B93-6AC390888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75" y="2405733"/>
            <a:ext cx="1349059" cy="18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6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6343-003A-4340-CADE-8848A51C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 descr="電子機器の部品&#10;&#10;AI 生成コンテンツは誤りを含む可能性があります。">
            <a:extLst>
              <a:ext uri="{FF2B5EF4-FFF2-40B4-BE49-F238E27FC236}">
                <a16:creationId xmlns:a16="http://schemas.microsoft.com/office/drawing/2014/main" id="{EAE2F860-3897-552A-FC9D-DBEE57C5E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258" y="3429000"/>
            <a:ext cx="1873952" cy="1616600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7DAD371-85D9-7989-A844-06BD763B9933}"/>
              </a:ext>
            </a:extLst>
          </p:cNvPr>
          <p:cNvGrpSpPr/>
          <p:nvPr/>
        </p:nvGrpSpPr>
        <p:grpSpPr>
          <a:xfrm>
            <a:off x="1096939" y="497379"/>
            <a:ext cx="2858009" cy="1787300"/>
            <a:chOff x="5668939" y="922829"/>
            <a:chExt cx="2858009" cy="1787300"/>
          </a:xfrm>
        </p:grpSpPr>
        <p:pic>
          <p:nvPicPr>
            <p:cNvPr id="19" name="図 18" descr="電子機器, 回路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1B0090F-581F-D0E6-397F-867CE118B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8939" y="922829"/>
              <a:ext cx="2567791" cy="1697435"/>
            </a:xfrm>
            <a:prstGeom prst="rect">
              <a:avLst/>
            </a:prstGeom>
          </p:spPr>
        </p:pic>
        <p:pic>
          <p:nvPicPr>
            <p:cNvPr id="36" name="図 35" descr="ロゴ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0D14545C-B088-35D7-3655-9BEFC60AE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7577" y="1831100"/>
              <a:ext cx="889371" cy="879029"/>
            </a:xfrm>
            <a:prstGeom prst="rect">
              <a:avLst/>
            </a:prstGeom>
          </p:spPr>
        </p:pic>
      </p:grp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6B38C95F-79C2-CA1B-6213-EBF3577FC27A}"/>
              </a:ext>
            </a:extLst>
          </p:cNvPr>
          <p:cNvCxnSpPr>
            <a:cxnSpLocks/>
          </p:cNvCxnSpPr>
          <p:nvPr/>
        </p:nvCxnSpPr>
        <p:spPr>
          <a:xfrm>
            <a:off x="2406234" y="2284679"/>
            <a:ext cx="0" cy="95294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3A402A1-7328-5EB8-5589-2131BF01F092}"/>
              </a:ext>
            </a:extLst>
          </p:cNvPr>
          <p:cNvSpPr/>
          <p:nvPr/>
        </p:nvSpPr>
        <p:spPr>
          <a:xfrm>
            <a:off x="4762500" y="965200"/>
            <a:ext cx="6430138" cy="4330700"/>
          </a:xfrm>
          <a:prstGeom prst="roundRect">
            <a:avLst>
              <a:gd name="adj" fmla="val 822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モニター, 座る, ブル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1BE8748-7EE2-8844-B219-B88F04CC0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75" y="325256"/>
            <a:ext cx="1247140" cy="1440533"/>
          </a:xfrm>
          <a:prstGeom prst="rect">
            <a:avLst/>
          </a:prstGeom>
        </p:spPr>
      </p:pic>
      <p:pic>
        <p:nvPicPr>
          <p:cNvPr id="8" name="図 7" descr="座る, 記号, 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B751BF-5BA8-3BDA-F6AC-3A51C7A604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848" y="2003106"/>
            <a:ext cx="943156" cy="2806275"/>
          </a:xfrm>
          <a:prstGeom prst="rect">
            <a:avLst/>
          </a:prstGeom>
        </p:spPr>
      </p:pic>
      <p:pic>
        <p:nvPicPr>
          <p:cNvPr id="16" name="図 15" descr="座る, 作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F58386D-8F3A-4385-5785-12C87CE57E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93" y="2833731"/>
            <a:ext cx="1738522" cy="1738522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4A95EC7-CEC8-F1F7-AA7F-9D0C518F50D7}"/>
              </a:ext>
            </a:extLst>
          </p:cNvPr>
          <p:cNvCxnSpPr/>
          <p:nvPr/>
        </p:nvCxnSpPr>
        <p:spPr>
          <a:xfrm>
            <a:off x="6252474" y="4572506"/>
            <a:ext cx="3200400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FBC460E-AF21-6288-966A-C1DB70418CE2}"/>
              </a:ext>
            </a:extLst>
          </p:cNvPr>
          <p:cNvCxnSpPr/>
          <p:nvPr/>
        </p:nvCxnSpPr>
        <p:spPr>
          <a:xfrm>
            <a:off x="6252474" y="3048506"/>
            <a:ext cx="32004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図 11" descr="文字が書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3335CF90-C6C6-07A4-4A1C-5EC83CACD4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475" y="2405733"/>
            <a:ext cx="1349059" cy="188616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E0BE632-E542-594B-C559-27194CB236FE}"/>
              </a:ext>
            </a:extLst>
          </p:cNvPr>
          <p:cNvCxnSpPr>
            <a:cxnSpLocks/>
          </p:cNvCxnSpPr>
          <p:nvPr/>
        </p:nvCxnSpPr>
        <p:spPr>
          <a:xfrm>
            <a:off x="3343210" y="4527039"/>
            <a:ext cx="1921720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DFB8E804-B990-A852-B31F-6849F0D82AC5}"/>
              </a:ext>
            </a:extLst>
          </p:cNvPr>
          <p:cNvSpPr/>
          <p:nvPr/>
        </p:nvSpPr>
        <p:spPr>
          <a:xfrm>
            <a:off x="3322320" y="2209800"/>
            <a:ext cx="5615940" cy="1607820"/>
          </a:xfrm>
          <a:custGeom>
            <a:avLst/>
            <a:gdLst>
              <a:gd name="connsiteX0" fmla="*/ 0 w 5615940"/>
              <a:gd name="connsiteY0" fmla="*/ 1607820 h 1607820"/>
              <a:gd name="connsiteX1" fmla="*/ 1607820 w 5615940"/>
              <a:gd name="connsiteY1" fmla="*/ 0 h 1607820"/>
              <a:gd name="connsiteX2" fmla="*/ 5615940 w 5615940"/>
              <a:gd name="connsiteY2" fmla="*/ 0 h 1607820"/>
              <a:gd name="connsiteX3" fmla="*/ 5615940 w 5615940"/>
              <a:gd name="connsiteY3" fmla="*/ 815340 h 16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5940" h="1607820">
                <a:moveTo>
                  <a:pt x="0" y="1607820"/>
                </a:moveTo>
                <a:lnTo>
                  <a:pt x="1607820" y="0"/>
                </a:lnTo>
                <a:lnTo>
                  <a:pt x="5615940" y="0"/>
                </a:lnTo>
                <a:lnTo>
                  <a:pt x="5615940" y="815340"/>
                </a:ln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08B2E47-DA19-9FEA-6D8D-75D97BFFD0F1}"/>
              </a:ext>
            </a:extLst>
          </p:cNvPr>
          <p:cNvCxnSpPr>
            <a:cxnSpLocks/>
          </p:cNvCxnSpPr>
          <p:nvPr/>
        </p:nvCxnSpPr>
        <p:spPr>
          <a:xfrm>
            <a:off x="5778500" y="2209800"/>
            <a:ext cx="0" cy="3937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26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ワイド画面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2026-01-17T23:44:57Z</dcterms:created>
  <dcterms:modified xsi:type="dcterms:W3CDTF">2026-01-17T23:45:00Z</dcterms:modified>
</cp:coreProperties>
</file>